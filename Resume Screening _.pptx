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2C316-A21F-4FD4-A3E3-CC0A34F8FA56}" v="392" dt="2026-06-25T07:28:25.384"/>
    <p1510:client id="{492E51D5-D500-481E-B5ED-451DF73676FA}" v="148" dt="2026-06-25T07:24:16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4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02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79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3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39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0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81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9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97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20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25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6355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189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250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76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943D9-6695-4DC2-868D-135C4AE26BB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DE78AE-6378-4D41-90EC-1C5CB9966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82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5BB4-390B-8CED-ABD1-B0B359AC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1046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</a:t>
            </a:r>
            <a:br>
              <a:rPr lang="en-IN" dirty="0"/>
            </a:br>
            <a:br>
              <a:rPr lang="en-IN" dirty="0"/>
            </a:br>
            <a:r>
              <a:rPr lang="en-IN"/>
              <a:t>         Resume Screening ​</a:t>
            </a:r>
            <a:br>
              <a:rPr lang="en-IN" dirty="0"/>
            </a:br>
            <a:r>
              <a:rPr lang="en-IN" dirty="0"/>
              <a:t>                                           &amp;​</a:t>
            </a:r>
            <a:br>
              <a:rPr lang="en-IN" dirty="0"/>
            </a:br>
            <a:r>
              <a:rPr lang="en-IN" dirty="0"/>
              <a:t>                Application Tracking System (ATS)​</a:t>
            </a:r>
          </a:p>
        </p:txBody>
      </p:sp>
    </p:spTree>
    <p:extLst>
      <p:ext uri="{BB962C8B-B14F-4D97-AF65-F5344CB8AC3E}">
        <p14:creationId xmlns:p14="http://schemas.microsoft.com/office/powerpoint/2010/main" val="279687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9D8BB-440B-6103-6630-D9DD05BA3453}"/>
              </a:ext>
            </a:extLst>
          </p:cNvPr>
          <p:cNvSpPr txBox="1"/>
          <p:nvPr/>
        </p:nvSpPr>
        <p:spPr>
          <a:xfrm>
            <a:off x="1066801" y="696686"/>
            <a:ext cx="803365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3200" b="1">
                <a:latin typeface="Times New Roman"/>
                <a:cs typeface="Times New Roman"/>
              </a:rPr>
              <a:t>Project Title:-</a:t>
            </a:r>
            <a:endParaRPr lang="en-IN" sz="3200" b="1" dirty="0">
              <a:latin typeface="Times New Roman"/>
              <a:cs typeface="Times New Roman"/>
            </a:endParaRPr>
          </a:p>
          <a:p>
            <a:r>
              <a:rPr lang="en-IN" sz="2800" b="1"/>
              <a:t>                    </a:t>
            </a:r>
            <a:r>
              <a:rPr lang="en-IN" sz="2800" b="1" dirty="0">
                <a:latin typeface="Times New Roman"/>
                <a:cs typeface="Times New Roman"/>
              </a:rPr>
              <a:t> </a:t>
            </a:r>
            <a:r>
              <a:rPr lang="en-IN" sz="2800" b="1">
                <a:solidFill>
                  <a:srgbClr val="C00000"/>
                </a:solidFill>
                <a:latin typeface="Times New Roman"/>
                <a:cs typeface="Times New Roman"/>
              </a:rPr>
              <a:t>AI-Based Resume Screening  and</a:t>
            </a:r>
          </a:p>
          <a:p>
            <a:r>
              <a:rPr lang="en-IN" sz="2800" b="1">
                <a:solidFill>
                  <a:srgbClr val="C00000"/>
                </a:solidFill>
                <a:latin typeface="Times New Roman"/>
                <a:cs typeface="Times New Roman"/>
              </a:rPr>
              <a:t>                          Application Tracking System.</a:t>
            </a:r>
          </a:p>
          <a:p>
            <a:endParaRPr lang="en-IN" sz="2800" dirty="0">
              <a:solidFill>
                <a:srgbClr val="C00000"/>
              </a:solidFill>
              <a:latin typeface="Times New Roman"/>
              <a:ea typeface="Calibri"/>
              <a:cs typeface="Times New Roman"/>
            </a:endParaRPr>
          </a:p>
          <a:p>
            <a:pPr>
              <a:buNone/>
            </a:pPr>
            <a:r>
              <a:rPr lang="en-IN" sz="3200" b="1">
                <a:latin typeface="Times New Roman"/>
                <a:cs typeface="Times New Roman"/>
              </a:rPr>
              <a:t>Objective:</a:t>
            </a:r>
            <a:endParaRPr lang="en-IN" sz="3200" b="1" dirty="0">
              <a:latin typeface="Times New Roman"/>
              <a:ea typeface="Calibri"/>
              <a:cs typeface="Times New Roman"/>
            </a:endParaRPr>
          </a:p>
          <a:p>
            <a:r>
              <a:rPr lang="en-IN" sz="2800" dirty="0"/>
              <a:t>                 </a:t>
            </a:r>
            <a:r>
              <a:rPr lang="en-IN" sz="2800" dirty="0">
                <a:latin typeface="Times New Roman"/>
                <a:cs typeface="Times New Roman"/>
              </a:rPr>
              <a:t> </a:t>
            </a:r>
            <a:r>
              <a:rPr lang="en-IN" sz="2400">
                <a:latin typeface="Times New Roman"/>
                <a:cs typeface="Times New Roman"/>
              </a:rPr>
              <a:t> To automate the recruitment process by screening </a:t>
            </a:r>
            <a:r>
              <a:rPr lang="en-IN" sz="2400" dirty="0">
                <a:latin typeface="Times New Roman"/>
                <a:cs typeface="Times New Roman"/>
              </a:rPr>
              <a:t>resumes, matching candidate skills with job requirements, and tracking applications efficiently.</a:t>
            </a:r>
            <a:endParaRPr lang="en-IN" sz="24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228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37F5D-FCAC-CE0A-0273-BBC28B368643}"/>
              </a:ext>
            </a:extLst>
          </p:cNvPr>
          <p:cNvSpPr txBox="1"/>
          <p:nvPr/>
        </p:nvSpPr>
        <p:spPr>
          <a:xfrm>
            <a:off x="696686" y="457201"/>
            <a:ext cx="8447314" cy="43396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200" b="1">
                <a:latin typeface="Times New Roman"/>
                <a:cs typeface="Times New Roman"/>
              </a:rPr>
              <a:t>Problem Statement:</a:t>
            </a:r>
            <a:endParaRPr lang="en-IN" sz="3200" b="1" dirty="0">
              <a:latin typeface="Times New Roman"/>
              <a:cs typeface="Times New Roman"/>
            </a:endParaRPr>
          </a:p>
          <a:p>
            <a:endParaRPr lang="en-IN" sz="2800" b="1" dirty="0"/>
          </a:p>
          <a:p>
            <a:r>
              <a:rPr lang="en-IN" sz="2400">
                <a:latin typeface="Times New Roman"/>
                <a:cs typeface="Times New Roman"/>
              </a:rPr>
              <a:t>Traditional recruitment involves manually reviewing hundreds of resumes, </a:t>
            </a:r>
          </a:p>
          <a:p>
            <a:r>
              <a:rPr lang="en-IN" sz="2400">
                <a:latin typeface="Times New Roman"/>
                <a:cs typeface="Times New Roman"/>
              </a:rPr>
              <a:t> which is:</a:t>
            </a:r>
          </a:p>
          <a:p>
            <a:endParaRPr lang="en-IN" sz="2400">
              <a:latin typeface="Times New Roman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         1. Time-consuming and </a:t>
            </a:r>
            <a:r>
              <a:rPr lang="en-IN" sz="2400" dirty="0" err="1">
                <a:latin typeface="Times New Roman"/>
                <a:cs typeface="Times New Roman"/>
              </a:rPr>
              <a:t>labor-intensive</a:t>
            </a:r>
            <a:r>
              <a:rPr lang="en-IN" sz="2400" dirty="0">
                <a:latin typeface="Times New Roman"/>
                <a:cs typeface="Times New Roman"/>
              </a:rPr>
              <a:t>.</a:t>
            </a:r>
          </a:p>
          <a:p>
            <a:r>
              <a:rPr lang="en-IN" sz="2400">
                <a:latin typeface="Times New Roman"/>
                <a:cs typeface="Times New Roman"/>
              </a:rPr>
              <a:t>                2. Prone to human errors and bias.</a:t>
            </a:r>
          </a:p>
          <a:p>
            <a:r>
              <a:rPr lang="en-IN" sz="2400">
                <a:latin typeface="Times New Roman"/>
                <a:cs typeface="Times New Roman"/>
              </a:rPr>
              <a:t>                3. Difficult to manage large numbers of  applications.</a:t>
            </a:r>
          </a:p>
          <a:p>
            <a:r>
              <a:rPr lang="en-IN" sz="2400">
                <a:latin typeface="Times New Roman"/>
                <a:cs typeface="Times New Roman"/>
              </a:rPr>
              <a:t>                4. Inefficient in identifying the best candidates quickly.</a:t>
            </a:r>
          </a:p>
          <a:p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590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CFC32-4798-DED8-CEF3-7E1D64F45C02}"/>
              </a:ext>
            </a:extLst>
          </p:cNvPr>
          <p:cNvSpPr txBox="1"/>
          <p:nvPr/>
        </p:nvSpPr>
        <p:spPr>
          <a:xfrm>
            <a:off x="698501" y="393699"/>
            <a:ext cx="8445500" cy="60016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Technology Stack</a:t>
            </a:r>
          </a:p>
          <a:p>
            <a:r>
              <a:rPr lang="en-IN" sz="3200" dirty="0"/>
              <a:t> </a:t>
            </a:r>
            <a:r>
              <a:rPr lang="en-IN" sz="2400" dirty="0">
                <a:latin typeface="Times New Roman"/>
                <a:cs typeface="Times New Roman"/>
              </a:rPr>
              <a:t>  </a:t>
            </a:r>
            <a:r>
              <a:rPr lang="en-IN" sz="2400">
                <a:latin typeface="Times New Roman"/>
                <a:cs typeface="Times New Roman"/>
              </a:rPr>
              <a:t>Frontend:   React.js</a:t>
            </a:r>
            <a:r>
              <a:rPr lang="en-IN" sz="2400" dirty="0">
                <a:latin typeface="Times New Roman"/>
                <a:cs typeface="Times New Roman"/>
              </a:rPr>
              <a:t>, HTML, CSS ,JavaScript</a:t>
            </a:r>
            <a:endParaRPr lang="en-IN" sz="240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  </a:t>
            </a:r>
            <a:r>
              <a:rPr lang="en-IN" sz="2400">
                <a:latin typeface="Times New Roman"/>
                <a:cs typeface="Times New Roman"/>
              </a:rPr>
              <a:t>Backend:    Node.js, Express.js</a:t>
            </a:r>
            <a:endParaRPr lang="en-IN" sz="240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  </a:t>
            </a:r>
            <a:r>
              <a:rPr lang="en-IN" sz="2400">
                <a:latin typeface="Times New Roman"/>
                <a:cs typeface="Times New Roman"/>
              </a:rPr>
              <a:t>Database:    MongoDB</a:t>
            </a:r>
            <a:endParaRPr lang="en-IN" sz="240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 </a:t>
            </a:r>
            <a:r>
              <a:rPr lang="en-IN" sz="2400">
                <a:latin typeface="Times New Roman"/>
                <a:cs typeface="Times New Roman"/>
              </a:rPr>
              <a:t> Tools:          Visual</a:t>
            </a:r>
            <a:r>
              <a:rPr lang="en-IN" sz="2400" dirty="0">
                <a:latin typeface="Times New Roman"/>
                <a:cs typeface="Times New Roman"/>
              </a:rPr>
              <a:t> Studio Code (VS Code) ,MongoDB                   Compass ,Git ,GitHub</a:t>
            </a:r>
            <a:endParaRPr lang="en-IN" sz="2400">
              <a:latin typeface="Times New Roman"/>
              <a:ea typeface="Calibri"/>
              <a:cs typeface="Times New Roman"/>
            </a:endParaRPr>
          </a:p>
          <a:p>
            <a:endParaRPr lang="en-IN" sz="2400" dirty="0">
              <a:latin typeface="Times New Roman"/>
              <a:cs typeface="Times New Roman"/>
            </a:endParaRPr>
          </a:p>
          <a:p>
            <a:r>
              <a:rPr lang="en-IN" sz="3200" b="1" dirty="0">
                <a:latin typeface="Times New Roman"/>
                <a:cs typeface="Times New Roman"/>
              </a:rPr>
              <a:t>Workflow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Candidate uploads resume.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Resume text is extracted and processed.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Skills, education, and experience are identified.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AI compares resume with job description.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Matching score is generated.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Candidates are ranked automatically.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/>
                <a:cs typeface="Times New Roman"/>
              </a:rPr>
              <a:t>Application status is tracked through ATS dashboard.</a:t>
            </a:r>
          </a:p>
        </p:txBody>
      </p:sp>
    </p:spTree>
    <p:extLst>
      <p:ext uri="{BB962C8B-B14F-4D97-AF65-F5344CB8AC3E}">
        <p14:creationId xmlns:p14="http://schemas.microsoft.com/office/powerpoint/2010/main" val="281690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E85858-45C5-766E-0860-779DDEDC6E78}"/>
              </a:ext>
            </a:extLst>
          </p:cNvPr>
          <p:cNvSpPr txBox="1"/>
          <p:nvPr/>
        </p:nvSpPr>
        <p:spPr>
          <a:xfrm>
            <a:off x="564244" y="582067"/>
            <a:ext cx="10051142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/>
                <a:cs typeface="Times New Roman"/>
              </a:rPr>
              <a:t>Results / Outcome</a:t>
            </a:r>
          </a:p>
          <a:p>
            <a:endParaRPr lang="en-IN" sz="2800" b="1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IN" sz="2800" b="1">
                <a:latin typeface="Times New Roman"/>
                <a:cs typeface="Times New Roman"/>
              </a:rPr>
              <a:t>Achievements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Automated resume screening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Reduced manual effort in candidate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Improved candidate-job matching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Faster recruitment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Centralized application management.</a:t>
            </a:r>
          </a:p>
          <a:p>
            <a:endParaRPr lang="en-IN" sz="2400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IN" sz="2800" b="1">
                <a:latin typeface="Times New Roman"/>
                <a:cs typeface="Times New Roman"/>
              </a:rPr>
              <a:t>Sample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Resume Match Score: 85%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Skills Detected: Python, SQL, Machine Learning, Data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Candidate Status: Shortlisted</a:t>
            </a:r>
          </a:p>
        </p:txBody>
      </p:sp>
    </p:spTree>
    <p:extLst>
      <p:ext uri="{BB962C8B-B14F-4D97-AF65-F5344CB8AC3E}">
        <p14:creationId xmlns:p14="http://schemas.microsoft.com/office/powerpoint/2010/main" val="47560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AF0A3-3425-F875-1868-AE748229B636}"/>
              </a:ext>
            </a:extLst>
          </p:cNvPr>
          <p:cNvSpPr txBox="1"/>
          <p:nvPr/>
        </p:nvSpPr>
        <p:spPr>
          <a:xfrm>
            <a:off x="749300" y="232539"/>
            <a:ext cx="10243457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/>
                <a:cs typeface="Times New Roman"/>
              </a:rPr>
              <a:t>Future Enhancements</a:t>
            </a:r>
          </a:p>
          <a:p>
            <a:endParaRPr lang="en-IN" sz="3200" b="1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Integration with LinkedIn and Job Portals.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Advanced AI-based candidate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Interview scheduling module.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Real-time analytics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Multi-language resume support.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endParaRPr lang="en-IN" sz="2400" dirty="0">
              <a:latin typeface="Times New Roman"/>
              <a:ea typeface="Calibri" panose="020F0502020204030204"/>
              <a:cs typeface="Times New Roman"/>
            </a:endParaRPr>
          </a:p>
          <a:p>
            <a:pPr>
              <a:buNone/>
            </a:pPr>
            <a:r>
              <a:rPr lang="en-IN" sz="3200" b="1" dirty="0">
                <a:latin typeface="Times New Roman"/>
                <a:cs typeface="Times New Roman"/>
              </a:rPr>
              <a:t>Outcome</a:t>
            </a:r>
          </a:p>
          <a:p>
            <a:endParaRPr lang="en-IN" sz="3200" b="1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IN" sz="2400" dirty="0">
                <a:latin typeface="Times New Roman"/>
                <a:cs typeface="Times New Roman"/>
              </a:rPr>
              <a:t>The project demonstrates how Artificial Intelligence can simplify and improve the hiring process by making recruitment faster, smarter, 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6539991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295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                                     Resume Screening ​                                            &amp;​                 Application Tracking System (ATS)​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Nani Nagendra</dc:creator>
  <cp:lastModifiedBy>Nani Nagendra</cp:lastModifiedBy>
  <cp:revision>204</cp:revision>
  <dcterms:created xsi:type="dcterms:W3CDTF">2026-06-25T06:38:44Z</dcterms:created>
  <dcterms:modified xsi:type="dcterms:W3CDTF">2026-06-25T07:29:22Z</dcterms:modified>
</cp:coreProperties>
</file>